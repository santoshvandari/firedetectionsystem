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Ultra-Bold" charset="1" panose="00000000000000000000"/>
      <p:regular r:id="rId14"/>
    </p:embeddedFont>
    <p:embeddedFont>
      <p:font typeface="Poppins Semi-Bold" charset="1" panose="00000700000000000000"/>
      <p:regular r:id="rId15"/>
    </p:embeddedFont>
    <p:embeddedFont>
      <p:font typeface="Poppins" charset="1" panose="00000500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4600" y="7893579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84352" y="-5341380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034940" y="-830820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1994" y="1105246"/>
            <a:ext cx="461704" cy="408608"/>
          </a:xfrm>
          <a:custGeom>
            <a:avLst/>
            <a:gdLst/>
            <a:ahLst/>
            <a:cxnLst/>
            <a:rect r="r" b="b" t="t" l="l"/>
            <a:pathLst>
              <a:path h="408608" w="461704">
                <a:moveTo>
                  <a:pt x="0" y="0"/>
                </a:moveTo>
                <a:lnTo>
                  <a:pt x="461704" y="0"/>
                </a:lnTo>
                <a:lnTo>
                  <a:pt x="461704" y="408608"/>
                </a:lnTo>
                <a:lnTo>
                  <a:pt x="0" y="408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1614" y="7781663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45392" y="7905532"/>
            <a:ext cx="1623469" cy="1700777"/>
          </a:xfrm>
          <a:custGeom>
            <a:avLst/>
            <a:gdLst/>
            <a:ahLst/>
            <a:cxnLst/>
            <a:rect r="r" b="b" t="t" l="l"/>
            <a:pathLst>
              <a:path h="1700777" w="1623469">
                <a:moveTo>
                  <a:pt x="0" y="0"/>
                </a:moveTo>
                <a:lnTo>
                  <a:pt x="1623468" y="0"/>
                </a:lnTo>
                <a:lnTo>
                  <a:pt x="1623468" y="1700777"/>
                </a:lnTo>
                <a:lnTo>
                  <a:pt x="0" y="1700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11705" y="8145103"/>
            <a:ext cx="2765968" cy="1221636"/>
          </a:xfrm>
          <a:custGeom>
            <a:avLst/>
            <a:gdLst/>
            <a:ahLst/>
            <a:cxnLst/>
            <a:rect r="r" b="b" t="t" l="l"/>
            <a:pathLst>
              <a:path h="1221636" w="2765968">
                <a:moveTo>
                  <a:pt x="0" y="0"/>
                </a:moveTo>
                <a:lnTo>
                  <a:pt x="2765968" y="0"/>
                </a:lnTo>
                <a:lnTo>
                  <a:pt x="2765968" y="1221635"/>
                </a:lnTo>
                <a:lnTo>
                  <a:pt x="0" y="12216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18503" y="8159736"/>
            <a:ext cx="1309376" cy="1192368"/>
          </a:xfrm>
          <a:custGeom>
            <a:avLst/>
            <a:gdLst/>
            <a:ahLst/>
            <a:cxnLst/>
            <a:rect r="r" b="b" t="t" l="l"/>
            <a:pathLst>
              <a:path h="1192368" w="1309376">
                <a:moveTo>
                  <a:pt x="0" y="0"/>
                </a:moveTo>
                <a:lnTo>
                  <a:pt x="1309376" y="0"/>
                </a:lnTo>
                <a:lnTo>
                  <a:pt x="1309376" y="1192369"/>
                </a:lnTo>
                <a:lnTo>
                  <a:pt x="0" y="11923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6593" y="7477186"/>
            <a:ext cx="2557469" cy="2557469"/>
          </a:xfrm>
          <a:custGeom>
            <a:avLst/>
            <a:gdLst/>
            <a:ahLst/>
            <a:cxnLst/>
            <a:rect r="r" b="b" t="t" l="l"/>
            <a:pathLst>
              <a:path h="2557469" w="2557469">
                <a:moveTo>
                  <a:pt x="0" y="0"/>
                </a:moveTo>
                <a:lnTo>
                  <a:pt x="2557469" y="0"/>
                </a:lnTo>
                <a:lnTo>
                  <a:pt x="2557469" y="2557469"/>
                </a:lnTo>
                <a:lnTo>
                  <a:pt x="0" y="25574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7527" y="3681816"/>
            <a:ext cx="1583294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6999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REAL-TIME FIRE DETECTION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01793" y="8585784"/>
            <a:ext cx="2257507" cy="100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6"/>
              </a:lnSpc>
            </a:pPr>
            <a:r>
              <a:rPr lang="en-US" b="true" sz="1938" spc="-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 </a:t>
            </a:r>
          </a:p>
          <a:p>
            <a:pPr algn="r">
              <a:lnSpc>
                <a:spcPts val="2656"/>
              </a:lnSpc>
            </a:pPr>
            <a:r>
              <a:rPr lang="en-US" b="true" sz="1938" spc="-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Santosh Bhandari</a:t>
            </a:r>
          </a:p>
          <a:p>
            <a:pPr algn="r">
              <a:lnSpc>
                <a:spcPts val="2656"/>
              </a:lnSpc>
            </a:pPr>
            <a:r>
              <a:rPr lang="en-US" b="true" sz="1938" spc="-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Sudhir Dahal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4312" y="5527065"/>
            <a:ext cx="1427937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999" spc="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AI-POWERED EARLY FIRE</a:t>
            </a:r>
            <a:r>
              <a:rPr lang="en-US" sz="3999" spc="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WARNING USING YOLOV8 + CCTV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55452" y="6577855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-90108"/>
            <a:ext cx="5102386" cy="10467217"/>
            <a:chOff x="0" y="0"/>
            <a:chExt cx="1343838" cy="2756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3838" cy="2756798"/>
            </a:xfrm>
            <a:custGeom>
              <a:avLst/>
              <a:gdLst/>
              <a:ahLst/>
              <a:cxnLst/>
              <a:rect r="r" b="b" t="t" l="l"/>
              <a:pathLst>
                <a:path h="2756798" w="1343838">
                  <a:moveTo>
                    <a:pt x="0" y="0"/>
                  </a:moveTo>
                  <a:lnTo>
                    <a:pt x="1343838" y="0"/>
                  </a:lnTo>
                  <a:lnTo>
                    <a:pt x="1343838" y="2756798"/>
                  </a:lnTo>
                  <a:lnTo>
                    <a:pt x="0" y="2756798"/>
                  </a:lnTo>
                  <a:close/>
                </a:path>
              </a:pathLst>
            </a:custGeom>
            <a:gradFill rotWithShape="true">
              <a:gsLst>
                <a:gs pos="0">
                  <a:srgbClr val="1933A8">
                    <a:alpha val="100000"/>
                  </a:srgbClr>
                </a:gs>
                <a:gs pos="100000">
                  <a:srgbClr val="5271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343838" cy="274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1040" y="3228331"/>
            <a:ext cx="5107997" cy="4609703"/>
            <a:chOff x="0" y="0"/>
            <a:chExt cx="1279006" cy="1154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006" cy="1154236"/>
            </a:xfrm>
            <a:custGeom>
              <a:avLst/>
              <a:gdLst/>
              <a:ahLst/>
              <a:cxnLst/>
              <a:rect r="r" b="b" t="t" l="l"/>
              <a:pathLst>
                <a:path h="1154236" w="1279006">
                  <a:moveTo>
                    <a:pt x="151565" y="0"/>
                  </a:moveTo>
                  <a:lnTo>
                    <a:pt x="1127441" y="0"/>
                  </a:lnTo>
                  <a:cubicBezTo>
                    <a:pt x="1211148" y="0"/>
                    <a:pt x="1279006" y="67858"/>
                    <a:pt x="1279006" y="151565"/>
                  </a:cubicBezTo>
                  <a:lnTo>
                    <a:pt x="1279006" y="1002672"/>
                  </a:lnTo>
                  <a:cubicBezTo>
                    <a:pt x="1279006" y="1042869"/>
                    <a:pt x="1263037" y="1081420"/>
                    <a:pt x="1234613" y="1109844"/>
                  </a:cubicBezTo>
                  <a:cubicBezTo>
                    <a:pt x="1206190" y="1138268"/>
                    <a:pt x="1167639" y="1154236"/>
                    <a:pt x="1127441" y="1154236"/>
                  </a:cubicBezTo>
                  <a:lnTo>
                    <a:pt x="151565" y="1154236"/>
                  </a:lnTo>
                  <a:cubicBezTo>
                    <a:pt x="67858" y="1154236"/>
                    <a:pt x="0" y="1086379"/>
                    <a:pt x="0" y="1002672"/>
                  </a:cubicBezTo>
                  <a:lnTo>
                    <a:pt x="0" y="151565"/>
                  </a:lnTo>
                  <a:cubicBezTo>
                    <a:pt x="0" y="111367"/>
                    <a:pt x="15968" y="72816"/>
                    <a:pt x="44392" y="44392"/>
                  </a:cubicBezTo>
                  <a:cubicBezTo>
                    <a:pt x="72816" y="15968"/>
                    <a:pt x="111367" y="0"/>
                    <a:pt x="151565" y="0"/>
                  </a:cubicBezTo>
                  <a:close/>
                </a:path>
              </a:pathLst>
            </a:custGeom>
            <a:blipFill>
              <a:blip r:embed="rId3"/>
              <a:stretch>
                <a:fillRect l="-18109" t="0" r="-1810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386106" y="-1859520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86596" y="652283"/>
            <a:ext cx="8115300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1430" y="3634333"/>
            <a:ext cx="11097976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Fire inci</a:t>
            </a: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dents cause massive losses every year.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 damage occurs due to delayed detection and response.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detection systems rely on heat sensors and smoke detectors, which often detect fire too late.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55452" y="6577855"/>
            <a:ext cx="9225147" cy="8229600"/>
          </a:xfrm>
          <a:custGeom>
            <a:avLst/>
            <a:gdLst/>
            <a:ahLst/>
            <a:cxnLst/>
            <a:rect r="r" b="b" t="t" l="l"/>
            <a:pathLst>
              <a:path h="8229600" w="9225147">
                <a:moveTo>
                  <a:pt x="0" y="0"/>
                </a:moveTo>
                <a:lnTo>
                  <a:pt x="9225147" y="0"/>
                </a:lnTo>
                <a:lnTo>
                  <a:pt x="92251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-90108"/>
            <a:ext cx="5102386" cy="10467217"/>
            <a:chOff x="0" y="0"/>
            <a:chExt cx="1343838" cy="2756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3838" cy="2756798"/>
            </a:xfrm>
            <a:custGeom>
              <a:avLst/>
              <a:gdLst/>
              <a:ahLst/>
              <a:cxnLst/>
              <a:rect r="r" b="b" t="t" l="l"/>
              <a:pathLst>
                <a:path h="2756798" w="1343838">
                  <a:moveTo>
                    <a:pt x="0" y="0"/>
                  </a:moveTo>
                  <a:lnTo>
                    <a:pt x="1343838" y="0"/>
                  </a:lnTo>
                  <a:lnTo>
                    <a:pt x="1343838" y="2756798"/>
                  </a:lnTo>
                  <a:lnTo>
                    <a:pt x="0" y="2756798"/>
                  </a:lnTo>
                  <a:close/>
                </a:path>
              </a:pathLst>
            </a:custGeom>
            <a:gradFill rotWithShape="true">
              <a:gsLst>
                <a:gs pos="0">
                  <a:srgbClr val="1933A8">
                    <a:alpha val="100000"/>
                  </a:srgbClr>
                </a:gs>
                <a:gs pos="100000">
                  <a:srgbClr val="5271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343838" cy="2747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91040" y="3228331"/>
            <a:ext cx="5107997" cy="4609703"/>
            <a:chOff x="0" y="0"/>
            <a:chExt cx="1279006" cy="11542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9006" cy="1154236"/>
            </a:xfrm>
            <a:custGeom>
              <a:avLst/>
              <a:gdLst/>
              <a:ahLst/>
              <a:cxnLst/>
              <a:rect r="r" b="b" t="t" l="l"/>
              <a:pathLst>
                <a:path h="1154236" w="1279006">
                  <a:moveTo>
                    <a:pt x="151565" y="0"/>
                  </a:moveTo>
                  <a:lnTo>
                    <a:pt x="1127441" y="0"/>
                  </a:lnTo>
                  <a:cubicBezTo>
                    <a:pt x="1211148" y="0"/>
                    <a:pt x="1279006" y="67858"/>
                    <a:pt x="1279006" y="151565"/>
                  </a:cubicBezTo>
                  <a:lnTo>
                    <a:pt x="1279006" y="1002672"/>
                  </a:lnTo>
                  <a:cubicBezTo>
                    <a:pt x="1279006" y="1042869"/>
                    <a:pt x="1263037" y="1081420"/>
                    <a:pt x="1234613" y="1109844"/>
                  </a:cubicBezTo>
                  <a:cubicBezTo>
                    <a:pt x="1206190" y="1138268"/>
                    <a:pt x="1167639" y="1154236"/>
                    <a:pt x="1127441" y="1154236"/>
                  </a:cubicBezTo>
                  <a:lnTo>
                    <a:pt x="151565" y="1154236"/>
                  </a:lnTo>
                  <a:cubicBezTo>
                    <a:pt x="67858" y="1154236"/>
                    <a:pt x="0" y="1086379"/>
                    <a:pt x="0" y="1002672"/>
                  </a:cubicBezTo>
                  <a:lnTo>
                    <a:pt x="0" y="151565"/>
                  </a:lnTo>
                  <a:cubicBezTo>
                    <a:pt x="0" y="111367"/>
                    <a:pt x="15968" y="72816"/>
                    <a:pt x="44392" y="44392"/>
                  </a:cubicBezTo>
                  <a:cubicBezTo>
                    <a:pt x="72816" y="15968"/>
                    <a:pt x="111367" y="0"/>
                    <a:pt x="151565" y="0"/>
                  </a:cubicBezTo>
                  <a:close/>
                </a:path>
              </a:pathLst>
            </a:custGeom>
            <a:blipFill>
              <a:blip r:embed="rId3"/>
              <a:stretch>
                <a:fillRect l="-30217" t="0" r="-3021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386106" y="-1859520"/>
            <a:ext cx="3486600" cy="3719040"/>
          </a:xfrm>
          <a:custGeom>
            <a:avLst/>
            <a:gdLst/>
            <a:ahLst/>
            <a:cxnLst/>
            <a:rect r="r" b="b" t="t" l="l"/>
            <a:pathLst>
              <a:path h="3719040" w="3486600">
                <a:moveTo>
                  <a:pt x="0" y="0"/>
                </a:moveTo>
                <a:lnTo>
                  <a:pt x="3486600" y="0"/>
                </a:lnTo>
                <a:lnTo>
                  <a:pt x="3486600" y="3719040"/>
                </a:lnTo>
                <a:lnTo>
                  <a:pt x="0" y="371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86596" y="652283"/>
            <a:ext cx="4727156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31430" y="3634333"/>
            <a:ext cx="11097976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 fire automatically i</a:t>
            </a: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real-time.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Send instant alerts to users. 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 a dashboard for monitoring and alert managem</a:t>
            </a: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5271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Make the system scalable and cost-effective.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33A8">
                <a:alpha val="100000"/>
              </a:srgbClr>
            </a:gs>
            <a:gs pos="100000">
              <a:srgbClr val="5271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34" y="832286"/>
            <a:ext cx="16672532" cy="8622428"/>
            <a:chOff x="0" y="0"/>
            <a:chExt cx="4391120" cy="2270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1120" cy="2270928"/>
            </a:xfrm>
            <a:custGeom>
              <a:avLst/>
              <a:gdLst/>
              <a:ahLst/>
              <a:cxnLst/>
              <a:rect r="r" b="b" t="t" l="l"/>
              <a:pathLst>
                <a:path h="2270928" w="4391120">
                  <a:moveTo>
                    <a:pt x="0" y="0"/>
                  </a:moveTo>
                  <a:lnTo>
                    <a:pt x="4391120" y="0"/>
                  </a:lnTo>
                  <a:lnTo>
                    <a:pt x="4391120" y="2270928"/>
                  </a:lnTo>
                  <a:lnTo>
                    <a:pt x="0" y="227092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391120" cy="2261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5285" y="3391386"/>
            <a:ext cx="1926216" cy="1461517"/>
          </a:xfrm>
          <a:custGeom>
            <a:avLst/>
            <a:gdLst/>
            <a:ahLst/>
            <a:cxnLst/>
            <a:rect r="r" b="b" t="t" l="l"/>
            <a:pathLst>
              <a:path h="1461517" w="1926216">
                <a:moveTo>
                  <a:pt x="0" y="0"/>
                </a:moveTo>
                <a:lnTo>
                  <a:pt x="1926217" y="0"/>
                </a:lnTo>
                <a:lnTo>
                  <a:pt x="1926217" y="1461516"/>
                </a:lnTo>
                <a:lnTo>
                  <a:pt x="0" y="1461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02002" y="3254904"/>
            <a:ext cx="1934531" cy="2026652"/>
          </a:xfrm>
          <a:custGeom>
            <a:avLst/>
            <a:gdLst/>
            <a:ahLst/>
            <a:cxnLst/>
            <a:rect r="r" b="b" t="t" l="l"/>
            <a:pathLst>
              <a:path h="2026652" w="1934531">
                <a:moveTo>
                  <a:pt x="0" y="0"/>
                </a:moveTo>
                <a:lnTo>
                  <a:pt x="1934531" y="0"/>
                </a:lnTo>
                <a:lnTo>
                  <a:pt x="1934531" y="2026652"/>
                </a:lnTo>
                <a:lnTo>
                  <a:pt x="0" y="2026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63798" y="6650020"/>
            <a:ext cx="4223561" cy="1865406"/>
          </a:xfrm>
          <a:custGeom>
            <a:avLst/>
            <a:gdLst/>
            <a:ahLst/>
            <a:cxnLst/>
            <a:rect r="r" b="b" t="t" l="l"/>
            <a:pathLst>
              <a:path h="1865406" w="4223561">
                <a:moveTo>
                  <a:pt x="0" y="0"/>
                </a:moveTo>
                <a:lnTo>
                  <a:pt x="4223561" y="0"/>
                </a:lnTo>
                <a:lnTo>
                  <a:pt x="4223561" y="1865406"/>
                </a:lnTo>
                <a:lnTo>
                  <a:pt x="0" y="18654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90755" y="6650020"/>
            <a:ext cx="1934455" cy="1761589"/>
          </a:xfrm>
          <a:custGeom>
            <a:avLst/>
            <a:gdLst/>
            <a:ahLst/>
            <a:cxnLst/>
            <a:rect r="r" b="b" t="t" l="l"/>
            <a:pathLst>
              <a:path h="1761589" w="1934455">
                <a:moveTo>
                  <a:pt x="0" y="0"/>
                </a:moveTo>
                <a:lnTo>
                  <a:pt x="1934455" y="0"/>
                </a:lnTo>
                <a:lnTo>
                  <a:pt x="1934455" y="1761589"/>
                </a:lnTo>
                <a:lnTo>
                  <a:pt x="0" y="17615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52924" y="1765385"/>
            <a:ext cx="7245309" cy="8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6"/>
              </a:lnSpc>
            </a:pPr>
            <a:r>
              <a:rPr lang="en-US" sz="5834" b="true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SYSTEM OVERVIEW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4093053" y="3935285"/>
            <a:ext cx="33343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9050218" y="5433928"/>
            <a:ext cx="0" cy="1407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0616681" y="7601773"/>
            <a:ext cx="36622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86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33A8">
                <a:alpha val="100000"/>
              </a:srgbClr>
            </a:gs>
            <a:gs pos="100000">
              <a:srgbClr val="5271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7734" y="832286"/>
            <a:ext cx="16672532" cy="8622428"/>
            <a:chOff x="0" y="0"/>
            <a:chExt cx="4391120" cy="2270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1120" cy="2270928"/>
            </a:xfrm>
            <a:custGeom>
              <a:avLst/>
              <a:gdLst/>
              <a:ahLst/>
              <a:cxnLst/>
              <a:rect r="r" b="b" t="t" l="l"/>
              <a:pathLst>
                <a:path h="2270928" w="4391120">
                  <a:moveTo>
                    <a:pt x="0" y="0"/>
                  </a:moveTo>
                  <a:lnTo>
                    <a:pt x="4391120" y="0"/>
                  </a:lnTo>
                  <a:lnTo>
                    <a:pt x="4391120" y="2270928"/>
                  </a:lnTo>
                  <a:lnTo>
                    <a:pt x="0" y="2270928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391120" cy="22614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5172234" y="1028700"/>
            <a:ext cx="2087066" cy="2226204"/>
          </a:xfrm>
          <a:custGeom>
            <a:avLst/>
            <a:gdLst/>
            <a:ahLst/>
            <a:cxnLst/>
            <a:rect r="r" b="b" t="t" l="l"/>
            <a:pathLst>
              <a:path h="2226204" w="2087066">
                <a:moveTo>
                  <a:pt x="0" y="0"/>
                </a:moveTo>
                <a:lnTo>
                  <a:pt x="2087066" y="0"/>
                </a:lnTo>
                <a:lnTo>
                  <a:pt x="2087066" y="2226204"/>
                </a:lnTo>
                <a:lnTo>
                  <a:pt x="0" y="222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68473" y="4391025"/>
            <a:ext cx="9351054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b="true" sz="12000">
                <a:solidFill>
                  <a:srgbClr val="5271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DAG3LSL76oY</dc:identifier>
  <dcterms:modified xsi:type="dcterms:W3CDTF">2011-08-01T06:04:30Z</dcterms:modified>
  <cp:revision>1</cp:revision>
  <dc:title>Fire Detection System</dc:title>
</cp:coreProperties>
</file>